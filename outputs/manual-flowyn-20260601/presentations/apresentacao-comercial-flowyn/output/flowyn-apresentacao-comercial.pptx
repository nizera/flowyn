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6684f61114213" /><Relationship Type="http://schemas.openxmlformats.org/officeDocument/2006/relationships/extended-properties" Target="/docProps/app.xml" Id="Ra824b677be264737" /><Relationship Type="http://schemas.openxmlformats.org/officeDocument/2006/relationships/officeDocument" Target="/ppt/presentation.xml" Id="Rbc179e6c4cb643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a5092d58754f6a"/>
  </p:sldMasterIdLst>
  <p:notesMasterIdLst>
    <p:notesMasterId xmlns:r="http://schemas.openxmlformats.org/officeDocument/2006/relationships" r:id="R68f12180620941ba"/>
  </p:notesMasterIdLst>
  <p:sldIdLst>
    <p:sldId xmlns:r="http://schemas.openxmlformats.org/officeDocument/2006/relationships" id="256" r:id="Re332c0aeff2b498e"/>
    <p:sldId xmlns:r="http://schemas.openxmlformats.org/officeDocument/2006/relationships" id="257" r:id="R95874bb052024b0f"/>
    <p:sldId xmlns:r="http://schemas.openxmlformats.org/officeDocument/2006/relationships" id="258" r:id="R45132683beee48b5"/>
    <p:sldId xmlns:r="http://schemas.openxmlformats.org/officeDocument/2006/relationships" id="259" r:id="R18ef40de59b34a4b"/>
    <p:sldId xmlns:r="http://schemas.openxmlformats.org/officeDocument/2006/relationships" id="260" r:id="R5fb260c5668a46bd"/>
    <p:sldId xmlns:r="http://schemas.openxmlformats.org/officeDocument/2006/relationships" id="261" r:id="R95d251f4f86041b3"/>
    <p:sldId xmlns:r="http://schemas.openxmlformats.org/officeDocument/2006/relationships" id="262" r:id="Ra2da1d9b23604f97"/>
    <p:sldId xmlns:r="http://schemas.openxmlformats.org/officeDocument/2006/relationships" id="263" r:id="Rcab92c405f9e48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58ec108404a03" /><Relationship Type="http://schemas.openxmlformats.org/officeDocument/2006/relationships/slideMaster" Target="/ppt/slideMasters/slideMaster1.xml" Id="R39a5092d58754f6a" /><Relationship Type="http://schemas.openxmlformats.org/officeDocument/2006/relationships/notesMaster" Target="/ppt/notesMasters/notesMaster1.xml" Id="R68f12180620941ba" /><Relationship Type="http://schemas.openxmlformats.org/officeDocument/2006/relationships/presProps" Target="/ppt/presProps.xml" Id="R4b66de9431464e9f" /><Relationship Type="http://schemas.openxmlformats.org/officeDocument/2006/relationships/viewProps" Target="/ppt/viewProps.xml" Id="Rc257c00124b74246" /><Relationship Type="http://schemas.openxmlformats.org/officeDocument/2006/relationships/tableStyles" Target="/ppt/tableStyles.xml" Id="R0bbb589288904820" /><Relationship Type="http://schemas.openxmlformats.org/officeDocument/2006/relationships/slide" Target="/ppt/slides/slide1.xml" Id="Re332c0aeff2b498e" /><Relationship Type="http://schemas.openxmlformats.org/officeDocument/2006/relationships/slide" Target="/ppt/slides/slide2.xml" Id="R95874bb052024b0f" /><Relationship Type="http://schemas.openxmlformats.org/officeDocument/2006/relationships/slide" Target="/ppt/slides/slide3.xml" Id="R45132683beee48b5" /><Relationship Type="http://schemas.openxmlformats.org/officeDocument/2006/relationships/slide" Target="/ppt/slides/slide4.xml" Id="R18ef40de59b34a4b" /><Relationship Type="http://schemas.openxmlformats.org/officeDocument/2006/relationships/slide" Target="/ppt/slides/slide5.xml" Id="R5fb260c5668a46bd" /><Relationship Type="http://schemas.openxmlformats.org/officeDocument/2006/relationships/slide" Target="/ppt/slides/slide6.xml" Id="R95d251f4f86041b3" /><Relationship Type="http://schemas.openxmlformats.org/officeDocument/2006/relationships/slide" Target="/ppt/slides/slide7.xml" Id="Ra2da1d9b23604f97" /><Relationship Type="http://schemas.openxmlformats.org/officeDocument/2006/relationships/slide" Target="/ppt/slides/slide8.xml" Id="Rcab92c405f9e48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85b8cc6eec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747201acb94dad" /><Relationship Type="http://schemas.openxmlformats.org/officeDocument/2006/relationships/notesMaster" Target="/ppt/notesMasters/notesMaster1.xml" Id="R69e591dffebd43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fdad10c28744f2" /><Relationship Type="http://schemas.openxmlformats.org/officeDocument/2006/relationships/notesMaster" Target="/ppt/notesMasters/notesMaster1.xml" Id="R4545d30edfa1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4a0a5767a9444e" /><Relationship Type="http://schemas.openxmlformats.org/officeDocument/2006/relationships/notesMaster" Target="/ppt/notesMasters/notesMaster1.xml" Id="Ra2eee6399fd144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3a0d3d9f34ef3" /><Relationship Type="http://schemas.openxmlformats.org/officeDocument/2006/relationships/notesMaster" Target="/ppt/notesMasters/notesMaster1.xml" Id="R827de42425364d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f087dae0a44c91" /><Relationship Type="http://schemas.openxmlformats.org/officeDocument/2006/relationships/notesMaster" Target="/ppt/notesMasters/notesMaster1.xml" Id="R97d412bc035e45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b36d130744e54" /><Relationship Type="http://schemas.openxmlformats.org/officeDocument/2006/relationships/notesMaster" Target="/ppt/notesMasters/notesMaster1.xml" Id="Rf91856a79682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cd09d72baa4679" /><Relationship Type="http://schemas.openxmlformats.org/officeDocument/2006/relationships/notesMaster" Target="/ppt/notesMasters/notesMaster1.xml" Id="R7ff80670b9bd49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5addaac2f44edc" /><Relationship Type="http://schemas.openxmlformats.org/officeDocument/2006/relationships/notesMaster" Target="/ppt/notesMasters/notesMaster1.xml" Id="R1945edcd1fd9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f4d15f108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a093541574203" /><Relationship Type="http://schemas.openxmlformats.org/officeDocument/2006/relationships/slideLayout" Target="/ppt/slideLayouts/slideLayout1.xml" Id="R00c19f33c65340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19f33c65340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d2b2a75cd4ffe" /><Relationship Type="http://schemas.openxmlformats.org/officeDocument/2006/relationships/image" Target="/ppt/media/image.png" Id="R01cb0347b92c45d7" /><Relationship Type="http://schemas.openxmlformats.org/officeDocument/2006/relationships/notesSlide" Target="/ppt/notesSlides/notesSlide1.xml" Id="R2b5e71aea475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c96188af047a5" /><Relationship Type="http://schemas.openxmlformats.org/officeDocument/2006/relationships/notesSlide" Target="/ppt/notesSlides/notesSlide2.xml" Id="R9f2541a723db45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15183213b4b86" /><Relationship Type="http://schemas.openxmlformats.org/officeDocument/2006/relationships/notesSlide" Target="/ppt/notesSlides/notesSlide3.xml" Id="R11e349003d6f43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f3eb0649f492e" /><Relationship Type="http://schemas.openxmlformats.org/officeDocument/2006/relationships/notesSlide" Target="/ppt/notesSlides/notesSlide4.xml" Id="Rf6aa7f98e78443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e71efa9064d7e" /><Relationship Type="http://schemas.openxmlformats.org/officeDocument/2006/relationships/notesSlide" Target="/ppt/notesSlides/notesSlide5.xml" Id="R6d22461ce86a46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8b6ca3594927" /><Relationship Type="http://schemas.openxmlformats.org/officeDocument/2006/relationships/notesSlide" Target="/ppt/notesSlides/notesSlide6.xml" Id="R9be700d737994c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f996bfb454b3a" /><Relationship Type="http://schemas.openxmlformats.org/officeDocument/2006/relationships/notesSlide" Target="/ppt/notesSlides/notesSlide7.xml" Id="R194d27a0283446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baafe30bf4310" /><Relationship Type="http://schemas.openxmlformats.org/officeDocument/2006/relationships/notesSlide" Target="/ppt/notesSlides/notesSlide8.xml" Id="Rea1cb4c81a484a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27EB3-609C-42E8-AA26-E1CE2D60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8F562-D420-4600-AA7B-0B5D051C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b0347b92c45d7"/>
          <a:stretch xmlns:a="http://schemas.openxmlformats.org/drawingml/2006/main"/>
        </p:blipFill>
        <p:spPr>
          <a:xfrm xmlns:a="http://schemas.openxmlformats.org/drawingml/2006/main">
            <a:off x="1228725" y="476250"/>
            <a:ext cx="10287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5B7F6-DD16-4EE3-90C4-E764F7A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781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VENDA MAIS SEM ENTREGAR</a:t>
            </a:r>
          </a:p>
          <a:p xmlns:a="http://schemas.openxmlformats.org/drawingml/2006/main">
            <a:pPr algn="l">
              <a:defRPr sz="435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UMA PORCENTAGEM DO SEU</a:t>
            </a:r>
          </a:p>
          <a:p xmlns:a="http://schemas.openxmlformats.org/drawingml/2006/main">
            <a:pPr algn="l">
              <a:defRPr sz="435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FATURAMENTO.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3C190-099E-4FF5-BA22-AC9B0539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Checkout transparente, afiliados e split automático via Asaas.</a:t>
            </a:r>
          </a:p>
          <a:p xmlns:a="http://schemas.openxmlformats.org/drawingml/2006/main">
            <a:pPr algn="l">
              <a:defRPr sz="16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Uma operação digital com custo previsível para crescer com margem.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792F3-7FBC-4CB5-A978-005C2F2C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5AC56-824E-408C-945D-59C0042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B8AE8-EBD0-4F43-90DB-80745A1A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comissão Flowyn por venda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89260-1337-450B-861A-567B443B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R$ 49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BF66C-657A-4DC9-A1F3-753BDE5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2422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por mês após o 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8476D-74C8-4964-8C48-E0E7AB77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7 dias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1D937-207A-48E6-A31D-96FA0E97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grátis para experimentar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34EDC-1958-440C-BCD8-B98DA45C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A3B98-9BE6-4E56-833C-5CD438A5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65"/>
                </a:solidFill>
                <a:latin typeface="Aptos"/>
                <a:ea typeface="Aptos"/>
                <a:cs typeface="Aptos"/>
              </a:rPr>
              <a:t>Flowyn | apresentação 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8BB09-792D-4E43-8F48-0010940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93554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1743B-FFC1-4410-BEA5-DECCA68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4AF1C2-F97C-4FF3-A5B0-324BF24B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34EC1A-11BA-48C5-972A-DED5DAEC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MARGEM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7AC83-0661-432F-9C1F-0BAA549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19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CRESCER NÃO DEVERIA</a:t>
            </a:r>
          </a:p>
          <a:p xmlns:a="http://schemas.openxmlformats.org/drawingml/2006/main">
            <a:pPr algn="l">
              <a:def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AUMENTAR O CUSTO DA PLATAFORMA.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6A909-577F-4B7A-B18D-500D0DB4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Em modelos percentuais, cada nova venda leva mais receita embora. A Flowyn troca esse custo variável por uma mensalidade simples.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3BA08-DF67-4235-BF88-585D72D4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762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EXEMPLO ILUSTRATIVO: 50 VENDAS DE R$ 100 EM UM MÊS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7E69E-A476-4476-89A6-49356A5B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Flowyn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DAE9A-F6D8-4527-B019-6F119CED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29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FF8C2-B6BD-41E0-9865-B1D77101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29050"/>
            <a:ext cx="4533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D5224-41EB-4B61-9CCE-12DAF8FB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90" y="378142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R$ 49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1F27C-A1BF-4865-A027-6716419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Plataforma percentual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9A3E2-74CD-4A1A-A2FD-8842086B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767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8D362-6EA5-4683-BE1E-364DF1B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767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38BF3-A20B-4A45-AF84-CC15ECBA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2912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09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0908"/>
                </a:solidFill>
                <a:latin typeface="Aptos"/>
                <a:ea typeface="Aptos"/>
                <a:cs typeface="Aptos"/>
              </a:rPr>
              <a:t>R$ 574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AA811-F16B-461A-A817-BE7ACF9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609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00E8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A5D4F-6635-4D9B-B2EC-AD235B6E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R$ 525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A8DDE-FD65-4E98-AAA7-F4EC1781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91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FFE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FFE1"/>
                </a:solidFill>
                <a:latin typeface="Aptos"/>
                <a:ea typeface="Aptos"/>
                <a:cs typeface="Aptos"/>
              </a:rPr>
              <a:t>retidos na operação</a:t>
            </a:r>
          </a:p>
          <a:p xmlns:a="http://schemas.openxmlformats.org/drawingml/2006/main">
            <a:pPr algn="l">
              <a:defRPr sz="1425" b="1">
                <a:solidFill>
                  <a:srgbClr val="B9FFE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FFE1"/>
                </a:solidFill>
                <a:latin typeface="Aptos"/>
                <a:ea typeface="Aptos"/>
                <a:cs typeface="Aptos"/>
              </a:rPr>
              <a:t>em apenas um mês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CE318-A724-4743-8FE2-BD1B7B3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50EAE-BE70-4BA8-9BB3-3D331DDE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65"/>
                </a:solidFill>
                <a:latin typeface="Aptos"/>
                <a:ea typeface="Aptos"/>
                <a:cs typeface="Aptos"/>
              </a:rPr>
              <a:t>Exemplo da landing Flowyn; tarifas financeiras Asaas não incluídas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E4AF3-70E4-48D6-9B0B-0C85C5B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24019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284D4-6E59-4E6A-92B4-DF60F0BD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AF3232-547C-416A-B29B-475B9D23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6BC933-CFB8-47B4-B620-5B9BF5E3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FLUXO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1E142-A6AF-4858-AA57-CE5C00A7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DA CONTA CONECTADA AO DINHEIRO</a:t>
            </a:r>
          </a:p>
          <a:p xmlns:a="http://schemas.openxmlformats.org/drawingml/2006/main">
            <a:pPr algn="l">
              <a:def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NO FLUXO CERTO.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B000D-7504-4C90-8D9C-F22B454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A Flowyn organiza a venda. A Asaas movimenta o dinheiro.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E7E9B-2D0C-4FA6-AA30-66CBFBD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8B6F3-EC94-49BB-B807-FC34F28C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AFC2E-6FF3-43D9-A203-AC21F953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Conecte CPF ou CNPJ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1CD51-B4C9-4169-9643-8AB2934E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762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CPF vincula uma conta Asaas existente. CNPJ cria ou conecta uma subconta empresarial.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DD049-6783-445E-97A0-61A5955B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8C154-BADF-41EC-ABBD-43253E5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6D294-BFFF-479E-A7A3-6A1ABD43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CAE1A-3268-46FA-ABA8-C1ACCF78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F9A01-CD9E-4DA4-A710-A1F476F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Venda pelo checkout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2CB4A-D6CE-44E6-9E6B-3CA6284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2762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Produto e order bump aparecem em uma experiência transparente e direta para o cliente.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FEBB2-A553-4266-BF93-F0680511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438C4-E806-4F59-9067-995EEEA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7D6CB-98BC-44E8-8E51-D56B0A7A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762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C16CD-2D13-4B7A-89EF-FC79C336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2199C-C999-46B5-A4B8-8E45EA2A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766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Receba com 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A3D58-3CC2-4399-B15E-BEF2A75C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A Asaas distribui o valor líquido entre produtor e afiliado conforme a comissão configurada.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A6609-A23C-4513-9A40-9F7846BB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989FF-E7F8-4D6C-9039-EAC1419C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65"/>
                </a:solidFill>
                <a:latin typeface="Aptos"/>
                <a:ea typeface="Aptos"/>
                <a:cs typeface="Aptos"/>
              </a:rPr>
              <a:t>Fonte: landing e documentação interna Flowyn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F6CA2-FE72-4F4A-95B2-FCF8E68C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74534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27E80-20D1-4E93-9F8C-C1D6F944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E60F6F-19DE-4C74-94E8-FD3F5C83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237B0A-B8E9-479C-B814-5F3F95B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SISTEMA FLOWYN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3BFF4-2C6A-4381-82DA-90B7BD45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UMA VENDA CONECTA AQUISIÇÃO,</a:t>
            </a:r>
          </a:p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PAGAMENTO E OPERAÇÃO.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702C2-4C40-4F91-A3BB-41ED2453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O valor não está em uma função isolada. Está no fluxo completo.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D51DD-5C78-4F4F-B898-1AFD364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5DDF1-9E9D-43F8-8E18-CCDA4CF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38625"/>
            <a:ext cx="622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13A4C-6046-49CA-9C01-694C327F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EEB8E-4C7E-4DB9-B211-3DF76A6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Vitrine de afiliados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4B259-DD8A-49B5-B093-510A081E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Parceiros ampliam a distribuição dos produtos.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A2E84-D2D6-47DF-9D67-518C2E1E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28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326"/>
          </a:solidFill>
          <a:ln xmlns:a="http://schemas.openxmlformats.org/drawingml/2006/main" w="9525">
            <a:solidFill>
              <a:srgbClr val="00E8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4BAC2-CE8F-47EA-9E4F-D03DD797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0037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Checkout + order bump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65A3F-ED50-4150-A3B2-E54905E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FF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FFE1"/>
                </a:solidFill>
                <a:latin typeface="Aptos"/>
                <a:ea typeface="Aptos"/>
                <a:cs typeface="Aptos"/>
              </a:rPr>
              <a:t>Oferta principal e complemento no mesmo momento de compra.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DC122-B259-410C-9565-67064CFC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628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B04E4-6569-4A9B-991F-0D62162F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8617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Split automático Asaas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5E748-612F-44EA-A267-431566C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Produtor e afiliado recebem conforme a regra definida.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E0E97-8CC0-433A-AA6D-0046989A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B46AC-EF35-47E5-A5CC-055C34C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720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Pixels de conversão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52849-C79F-47B4-9ECE-9BFEF4A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4864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Meta, Google e TikTok conectados aos planos e afiliações.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811AB-BB51-4E00-AC6D-45A0BBF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292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AE801-D3AF-496E-A22C-D5D4AB49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720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Entrega + webhooks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6017B-22F6-4732-9EB3-E86EC35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864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Links, arquivos, logs e reenvio para operar com controle.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66637-0E4A-4B14-9809-01A768CE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43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062F7-7657-46EB-BB7F-EDE3B74B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6949C-91D4-46D1-BDD2-0896BE45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65"/>
                </a:solidFill>
                <a:latin typeface="Aptos"/>
                <a:ea typeface="Aptos"/>
                <a:cs typeface="Aptos"/>
              </a:rPr>
              <a:t>Fonte: landing e documentação interna Flowyn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78342-6C0F-4C10-B54A-F78EDF1B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55921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3E2B6-C79A-468D-9537-CC59056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24DC2B-2439-40C2-8B8C-035AB7B7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915BD9-FD42-4F2C-BCAA-5A6C73B3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PREVISIBILIDADE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6C410-EC45-43B8-AC0F-4EBB7651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A ECONOMIA CRESCE JUNTO</a:t>
            </a:r>
          </a:p>
          <a:p xmlns:a="http://schemas.openxmlformats.org/drawingml/2006/main">
            <a:pPr algn="l">
              <a:defRPr sz="34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COM O NEGÓCIO.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3CFCD-0C10-4C65-AA29-4D5A772D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Cenário ilustrativo da landing: 50 vendas de R$ 100 por mês.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7C10E-496A-4C44-A8BA-FDC9C2B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714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DF095-67B6-41CC-8870-D9C987F5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14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0F27B-30E9-4ECA-AB6F-A4047F31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714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D378D-3527-4503-A8E3-D1778592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5A"/>
                </a:solidFill>
                <a:latin typeface="Aptos"/>
                <a:ea typeface="Aptos"/>
                <a:cs typeface="Aptos"/>
              </a:rPr>
              <a:t>Faturamento bruto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F621-0CDD-4421-91E3-0D9F788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7090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0908"/>
                </a:solidFill>
                <a:latin typeface="Aptos"/>
                <a:ea typeface="Aptos"/>
                <a:cs typeface="Aptos"/>
              </a:rPr>
              <a:t>R$ 5.000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49C9E-5E82-4BBE-9383-DDCFF71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5A"/>
                </a:solidFill>
                <a:latin typeface="Aptos"/>
                <a:ea typeface="Aptos"/>
                <a:cs typeface="Aptos"/>
              </a:rPr>
              <a:t>Custo Flowyn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1BDB0-C1BB-4096-BBEE-AC57082F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R$ 49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23D36-D2A8-41BA-9162-56E2F18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5A"/>
                </a:solidFill>
                <a:latin typeface="Aptos"/>
                <a:ea typeface="Aptos"/>
                <a:cs typeface="Aptos"/>
              </a:rPr>
              <a:t>Plataforma percentual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F8C9F-383E-4213-B246-DD2F7C84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7B7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7B7B"/>
                </a:solidFill>
                <a:latin typeface="Aptos"/>
                <a:ea typeface="Aptos"/>
                <a:cs typeface="Aptos"/>
              </a:rPr>
              <a:t>R$ 574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59721-7DEE-4DB1-A268-10FB626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9525">
            <a:solidFill>
              <a:srgbClr val="0709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0AFF9-5472-4DD1-A492-04E85FD0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R$ 6.300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E7F89-44CA-4B7A-97FC-CFBE973C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00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de economia estimada</a:t>
            </a:r>
          </a:p>
          <a:p xmlns:a="http://schemas.openxmlformats.org/drawingml/2006/main">
            <a:pPr algn="l">
              <a:defRPr sz="172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em 12 meses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89241-323C-433E-95BF-37419D18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Quanto mais a operação cresce,</a:t>
            </a:r>
          </a:p>
          <a:p xmlns:a="http://schemas.openxmlformats.org/drawingml/2006/main">
            <a:pPr algn="l">
              <a:defRPr sz="11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mais a previsibilidade importa.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2C77D-85B2-47F8-BFB9-C8E91EC7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85C69-22A9-4913-8EC5-4C98ADF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65"/>
                </a:solidFill>
                <a:latin typeface="Aptos"/>
                <a:ea typeface="Aptos"/>
                <a:cs typeface="Aptos"/>
              </a:rPr>
              <a:t>Exemplo ilustrativo; tarifas financeiras Asaas não incluídas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D9332-58A2-410B-A35B-53260FB9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74222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E6DE9-15BB-4D24-959F-D9734B6E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53621E-AF1B-43C8-ACA8-E13879BB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78A672-073A-4CFF-A17A-61627328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CONTROLE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6598E-EF23-43FA-8137-CAAC39B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AUTOMAÇÃO COM VISIBILIDADE</a:t>
            </a:r>
          </a:p>
          <a:p xmlns:a="http://schemas.openxmlformats.org/drawingml/2006/main">
            <a:pPr algn="l">
              <a:def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PARA OPERAR DE VERDADE.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93A61-0A1C-4E26-833B-A4E3E01A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A venda pode ser simples para o cliente sem virar uma caixa-preta para a empresa.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B9F77-3CFA-42D8-9EFF-64DEC374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EVENTO DE COMPRA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F5A3C-F961-4A46-AEA6-25C6B336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326"/>
          </a:solidFill>
          <a:ln xmlns:a="http://schemas.openxmlformats.org/drawingml/2006/main" w="9525">
            <a:solidFill>
              <a:srgbClr val="00E8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792DF-3CC3-4410-887B-A7E2F266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purchase.created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6B162-F598-4D8B-A013-2B55A686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FF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FFE1"/>
                </a:solidFill>
                <a:latin typeface="Aptos"/>
                <a:ea typeface="Aptos"/>
                <a:cs typeface="Aptos"/>
              </a:rPr>
              <a:t>Evento único para provisionar acesso após a venda.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8B097-FA6D-4E5F-98AD-7C239A00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B9EF7-5BA1-4AC4-B70C-71A1AF9A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Assinatura HMAC-SHA256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2F897-7B3A-4266-93B1-1FE4E79F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Validação obrigatória pelo header X-Flowyn-Signature.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804EE-CB01-444D-BC2D-8E45DDB9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1C32A-7846-4292-A566-50218995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Sandbox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DD539-FEAF-490F-A994-29AE8113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Testes identificados sem contaminar a operação real.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DD111-30F2-4E7F-86BD-AB661E4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62B1B-06F3-4663-B371-0EDAB77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CAMADA DE OPERAÇÃO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C5C44-26B2-4AEA-8DBD-D9A987DB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A5543-2DD7-40DA-AFA5-B5C8D93A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14725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Logs e reenvio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1576A-67CE-47A6-AC11-8DC0A1A8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7190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Acompanhe tentativas e repita notificações quando necessário.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F09D2-4DE3-418E-8B51-236C14D0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481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1008E-E0DC-4559-B4E1-9D8C8B72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91025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Pixels de conversão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2034E-88BA-484B-808F-512E19A1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4820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Conecte Meta, Google e TikTok para leitura do funil.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1CD77-1191-4B8B-B9E7-D61185D2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24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430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98DDA-5F43-41BB-A208-84734B2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67325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Entrega automática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B5CC0-9B36-4C46-B4C6-02425103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2450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Links e arquivos liberados depois da confirmação.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5383D-8932-4CAD-9C37-3E4C51F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80BFFA-73EA-4321-8C73-BB4381E6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65"/>
                </a:solidFill>
                <a:latin typeface="Aptos"/>
                <a:ea typeface="Aptos"/>
                <a:cs typeface="Aptos"/>
              </a:rPr>
              <a:t>Fonte: documentação interna de integração do produtor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AC4901-4EEA-492E-BDF6-9284A269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1669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99EB9-F809-4DC4-9795-277D3521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2DD340-EE8B-455E-86A6-25FFC256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D31EEF-7C12-4C93-AAFE-D0384F9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JORNADA DE ADOÇÃO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408E1-77D2-47CA-86FA-9FAFD62E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COMECE SEM RISCO.</a:t>
            </a:r>
          </a:p>
          <a:p xmlns:a="http://schemas.openxmlformats.org/drawingml/2006/main">
            <a:pPr algn="l">
              <a:defRPr sz="36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CRESÇA SEM PUNIÇÃO.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4A9DF-48BB-4E5E-9AF9-163EEB8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00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Um modelo simples para validar a operação e manter a margem no longo prazo.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B7656-6CBE-42A0-9218-DD8A189C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C66E2-A2FA-452F-9370-2562582D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AAE8F-199A-4633-ABDA-DC1C5C53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623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90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090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39023-DCF4-436E-8B4C-3AC10B8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Teste por 7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BA5AC-584A-44EF-BDA1-AEE09676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Conheça checkout, split e painel sem compromisso inicial.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2B956-3E40-4CDE-87AF-856A40D1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38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FA95B-6517-4B62-B3FE-0F0F734F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623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90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090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28CFB-63F7-4F75-8855-B4FC9B8E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95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Ative por R$ 49/mês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2190A-E3F1-4493-AE9C-47F22407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339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Mantenha um custo previsível para a plataforma.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632C5-A076-49AF-B913-F42952A2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F85E7-32F7-4CCF-B45D-8C9164AE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623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90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090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D37EC-92A7-45FD-93B7-9CA7051F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Escale com margem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DB046-DEAB-407B-AE40-3A46DBD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Venda mais sem adicionar comissão Flowyn a cada pedido.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0D5B7-AFBB-474A-92F2-EA422EE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9C118-CF38-4CE0-BA3E-D2A657DA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65"/>
                </a:solidFill>
                <a:latin typeface="Aptos"/>
                <a:ea typeface="Aptos"/>
                <a:cs typeface="Aptos"/>
              </a:rPr>
              <a:t>Fonte: landing e documentação interna Flowyn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5560E-7882-4882-A758-07FB25CF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57554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F1380-54F5-4467-A887-8F5D4AAF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63057-29E6-455C-BD95-57B3B095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F8B30-3D51-418B-8983-5DB815CE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8096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SUA MARGEM</a:t>
            </a:r>
          </a:p>
          <a:p xmlns:a="http://schemas.openxmlformats.org/drawingml/2006/main">
            <a:pPr algn="l">
              <a:defRPr sz="52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MERECE RESPIRAR.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190E1-1F69-49FC-936B-3090FF42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3D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3D2E"/>
                </a:solidFill>
                <a:latin typeface="Aptos"/>
                <a:ea typeface="Aptos"/>
                <a:cs typeface="Aptos"/>
              </a:rPr>
              <a:t>Teste a Flowyn por 7 dias e compare na prática.</a:t>
            </a:r>
          </a:p>
          <a:p xmlns:a="http://schemas.openxmlformats.org/drawingml/2006/main">
            <a:pPr algn="l">
              <a:defRPr sz="1875" b="1">
                <a:solidFill>
                  <a:srgbClr val="063D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3D2E"/>
                </a:solidFill>
                <a:latin typeface="Aptos"/>
                <a:ea typeface="Aptos"/>
                <a:cs typeface="Aptos"/>
              </a:rPr>
              <a:t>Checkout, afiliados e split automático via Asaas.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8978E-3454-4E94-B81E-A8534BB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9525">
            <a:solidFill>
              <a:srgbClr val="07090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005EE-F709-46C2-9822-08C96B37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COMEÇAR AGORA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BE8C7-DD26-4CFF-AC84-F8D9CEC0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Flowyn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1D5EA-9C5D-4015-869E-8C26C0DB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28650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63D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3D2E"/>
                </a:solidFill>
                <a:latin typeface="Aptos"/>
                <a:ea typeface="Aptos"/>
                <a:cs typeface="Aptos"/>
              </a:rPr>
              <a:t>0% comissão Flowyn por venda</a:t>
            </a:r>
          </a:p>
        </p:txBody>
      </p:sp>
    </p:spTree>
    <p:extLst>
      <p:ext uri="{BB962C8B-B14F-4D97-AF65-F5344CB8AC3E}">
        <p14:creationId xmlns:p14="http://schemas.microsoft.com/office/powerpoint/2010/main" val="483937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2026-06-01T19:41:54.1440000Z</dcterms:created>
  <dcterms:modified xsi:type="dcterms:W3CDTF">2026-06-01T19:41:54.1440000Z</dcterms:modified>
</coreProperties>
</file>